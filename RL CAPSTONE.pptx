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9" r:id="rId2"/>
    <p:sldId id="316" r:id="rId3"/>
    <p:sldId id="307" r:id="rId4"/>
    <p:sldId id="291" r:id="rId5"/>
    <p:sldId id="317" r:id="rId6"/>
    <p:sldId id="300" r:id="rId7"/>
    <p:sldId id="313" r:id="rId8"/>
    <p:sldId id="314" r:id="rId9"/>
    <p:sldId id="312" r:id="rId10"/>
    <p:sldId id="315" r:id="rId11"/>
    <p:sldId id="310" r:id="rId12"/>
    <p:sldId id="283" r:id="rId13"/>
    <p:sldId id="288" r:id="rId14"/>
    <p:sldId id="25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590D26-B95B-42C7-B09A-1FA24EFE3ADD}" v="11" dt="2026-09-07T18:03:39.093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dem Nandhini" userId="29bc1bb91580a2f3" providerId="LiveId" clId="{6AA0B787-41BF-4124-9EFA-9A85416D64C6}"/>
    <pc:docChg chg="undo custSel addSld delSld modSld sldOrd">
      <pc:chgData name="Mandem Nandhini" userId="29bc1bb91580a2f3" providerId="LiveId" clId="{6AA0B787-41BF-4124-9EFA-9A85416D64C6}" dt="2026-09-07T18:15:58.385" v="200" actId="27636"/>
      <pc:docMkLst>
        <pc:docMk/>
      </pc:docMkLst>
      <pc:sldChg chg="modSp mod">
        <pc:chgData name="Mandem Nandhini" userId="29bc1bb91580a2f3" providerId="LiveId" clId="{6AA0B787-41BF-4124-9EFA-9A85416D64C6}" dt="2026-09-07T18:00:14.168" v="143" actId="1076"/>
        <pc:sldMkLst>
          <pc:docMk/>
          <pc:sldMk cId="0" sldId="259"/>
        </pc:sldMkLst>
        <pc:spChg chg="mod">
          <ac:chgData name="Mandem Nandhini" userId="29bc1bb91580a2f3" providerId="LiveId" clId="{6AA0B787-41BF-4124-9EFA-9A85416D64C6}" dt="2026-09-07T17:14:31.644" v="5" actId="20577"/>
          <ac:spMkLst>
            <pc:docMk/>
            <pc:sldMk cId="0" sldId="259"/>
            <ac:spMk id="12" creationId="{302DF3EC-29F0-2899-A22C-844351DA543C}"/>
          </ac:spMkLst>
        </pc:spChg>
        <pc:picChg chg="mod">
          <ac:chgData name="Mandem Nandhini" userId="29bc1bb91580a2f3" providerId="LiveId" clId="{6AA0B787-41BF-4124-9EFA-9A85416D64C6}" dt="2026-09-07T18:00:14.168" v="143" actId="1076"/>
          <ac:picMkLst>
            <pc:docMk/>
            <pc:sldMk cId="0" sldId="259"/>
            <ac:picMk id="3" creationId="{00000000-0000-0000-0000-000000000000}"/>
          </ac:picMkLst>
        </pc:picChg>
      </pc:sldChg>
      <pc:sldChg chg="modSp mod ord">
        <pc:chgData name="Mandem Nandhini" userId="29bc1bb91580a2f3" providerId="LiveId" clId="{6AA0B787-41BF-4124-9EFA-9A85416D64C6}" dt="2026-09-07T18:12:26.003" v="195"/>
        <pc:sldMkLst>
          <pc:docMk/>
          <pc:sldMk cId="4082278041" sldId="283"/>
        </pc:sldMkLst>
        <pc:spChg chg="mod">
          <ac:chgData name="Mandem Nandhini" userId="29bc1bb91580a2f3" providerId="LiveId" clId="{6AA0B787-41BF-4124-9EFA-9A85416D64C6}" dt="2026-09-07T18:03:42.502" v="178" actId="113"/>
          <ac:spMkLst>
            <pc:docMk/>
            <pc:sldMk cId="4082278041" sldId="283"/>
            <ac:spMk id="2" creationId="{44897D9B-89BA-EFF3-7CCE-BC7083AAC52C}"/>
          </ac:spMkLst>
        </pc:spChg>
        <pc:spChg chg="mod">
          <ac:chgData name="Mandem Nandhini" userId="29bc1bb91580a2f3" providerId="LiveId" clId="{6AA0B787-41BF-4124-9EFA-9A85416D64C6}" dt="2026-09-07T17:52:11.259" v="84" actId="113"/>
          <ac:spMkLst>
            <pc:docMk/>
            <pc:sldMk cId="4082278041" sldId="283"/>
            <ac:spMk id="7" creationId="{A74BF758-6663-5913-D4E6-87DBD7801759}"/>
          </ac:spMkLst>
        </pc:spChg>
      </pc:sldChg>
      <pc:sldChg chg="modSp mod">
        <pc:chgData name="Mandem Nandhini" userId="29bc1bb91580a2f3" providerId="LiveId" clId="{6AA0B787-41BF-4124-9EFA-9A85416D64C6}" dt="2026-09-07T18:05:28.862" v="191" actId="404"/>
        <pc:sldMkLst>
          <pc:docMk/>
          <pc:sldMk cId="19638058" sldId="288"/>
        </pc:sldMkLst>
        <pc:spChg chg="mod">
          <ac:chgData name="Mandem Nandhini" userId="29bc1bb91580a2f3" providerId="LiveId" clId="{6AA0B787-41BF-4124-9EFA-9A85416D64C6}" dt="2026-09-07T18:05:28.862" v="191" actId="404"/>
          <ac:spMkLst>
            <pc:docMk/>
            <pc:sldMk cId="19638058" sldId="288"/>
            <ac:spMk id="3" creationId="{CC37D85B-8A76-CBA3-7DCA-0D57390194D2}"/>
          </ac:spMkLst>
        </pc:spChg>
      </pc:sldChg>
      <pc:sldChg chg="modSp mod ord">
        <pc:chgData name="Mandem Nandhini" userId="29bc1bb91580a2f3" providerId="LiveId" clId="{6AA0B787-41BF-4124-9EFA-9A85416D64C6}" dt="2026-09-07T18:00:59.023" v="151" actId="1076"/>
        <pc:sldMkLst>
          <pc:docMk/>
          <pc:sldMk cId="785390887" sldId="291"/>
        </pc:sldMkLst>
        <pc:spChg chg="mod">
          <ac:chgData name="Mandem Nandhini" userId="29bc1bb91580a2f3" providerId="LiveId" clId="{6AA0B787-41BF-4124-9EFA-9A85416D64C6}" dt="2026-09-07T17:57:14.078" v="117" actId="404"/>
          <ac:spMkLst>
            <pc:docMk/>
            <pc:sldMk cId="785390887" sldId="291"/>
            <ac:spMk id="8" creationId="{BE0EDC05-E64D-B187-F795-B69C5DDBCECB}"/>
          </ac:spMkLst>
        </pc:spChg>
        <pc:spChg chg="mod">
          <ac:chgData name="Mandem Nandhini" userId="29bc1bb91580a2f3" providerId="LiveId" clId="{6AA0B787-41BF-4124-9EFA-9A85416D64C6}" dt="2026-09-07T18:00:51.141" v="150" actId="14100"/>
          <ac:spMkLst>
            <pc:docMk/>
            <pc:sldMk cId="785390887" sldId="291"/>
            <ac:spMk id="13" creationId="{3C780770-556C-8987-AAC1-638A97345E10}"/>
          </ac:spMkLst>
        </pc:spChg>
        <pc:picChg chg="mod">
          <ac:chgData name="Mandem Nandhini" userId="29bc1bb91580a2f3" providerId="LiveId" clId="{6AA0B787-41BF-4124-9EFA-9A85416D64C6}" dt="2026-09-07T18:00:59.023" v="151" actId="1076"/>
          <ac:picMkLst>
            <pc:docMk/>
            <pc:sldMk cId="785390887" sldId="291"/>
            <ac:picMk id="5" creationId="{8C875759-AEC6-3712-4A08-1B2E514FCBA0}"/>
          </ac:picMkLst>
        </pc:picChg>
      </pc:sldChg>
      <pc:sldChg chg="modSp mod ord">
        <pc:chgData name="Mandem Nandhini" userId="29bc1bb91580a2f3" providerId="LiveId" clId="{6AA0B787-41BF-4124-9EFA-9A85416D64C6}" dt="2026-09-07T18:01:43.206" v="160" actId="1076"/>
        <pc:sldMkLst>
          <pc:docMk/>
          <pc:sldMk cId="2052342662" sldId="300"/>
        </pc:sldMkLst>
        <pc:picChg chg="mod">
          <ac:chgData name="Mandem Nandhini" userId="29bc1bb91580a2f3" providerId="LiveId" clId="{6AA0B787-41BF-4124-9EFA-9A85416D64C6}" dt="2026-09-07T18:01:29.459" v="156" actId="1076"/>
          <ac:picMkLst>
            <pc:docMk/>
            <pc:sldMk cId="2052342662" sldId="300"/>
            <ac:picMk id="4" creationId="{A23FA88E-B5D1-FFA8-EFA4-FEC14A444A6C}"/>
          </ac:picMkLst>
        </pc:picChg>
        <pc:picChg chg="mod">
          <ac:chgData name="Mandem Nandhini" userId="29bc1bb91580a2f3" providerId="LiveId" clId="{6AA0B787-41BF-4124-9EFA-9A85416D64C6}" dt="2026-09-07T18:01:43.206" v="160" actId="1076"/>
          <ac:picMkLst>
            <pc:docMk/>
            <pc:sldMk cId="2052342662" sldId="300"/>
            <ac:picMk id="5" creationId="{9607519D-C4FC-7304-0CE8-EABE851C7065}"/>
          </ac:picMkLst>
        </pc:picChg>
      </pc:sldChg>
      <pc:sldChg chg="del">
        <pc:chgData name="Mandem Nandhini" userId="29bc1bb91580a2f3" providerId="LiveId" clId="{6AA0B787-41BF-4124-9EFA-9A85416D64C6}" dt="2026-09-07T17:51:09.072" v="77" actId="2696"/>
        <pc:sldMkLst>
          <pc:docMk/>
          <pc:sldMk cId="2149950038" sldId="302"/>
        </pc:sldMkLst>
      </pc:sldChg>
      <pc:sldChg chg="modSp mod">
        <pc:chgData name="Mandem Nandhini" userId="29bc1bb91580a2f3" providerId="LiveId" clId="{6AA0B787-41BF-4124-9EFA-9A85416D64C6}" dt="2026-09-07T18:00:39.143" v="147" actId="1076"/>
        <pc:sldMkLst>
          <pc:docMk/>
          <pc:sldMk cId="2465927615" sldId="307"/>
        </pc:sldMkLst>
        <pc:picChg chg="mod">
          <ac:chgData name="Mandem Nandhini" userId="29bc1bb91580a2f3" providerId="LiveId" clId="{6AA0B787-41BF-4124-9EFA-9A85416D64C6}" dt="2026-09-07T18:00:35.919" v="146" actId="1076"/>
          <ac:picMkLst>
            <pc:docMk/>
            <pc:sldMk cId="2465927615" sldId="307"/>
            <ac:picMk id="4" creationId="{2FE09E4A-60B1-488D-173F-29EDA0E1957B}"/>
          </ac:picMkLst>
        </pc:picChg>
        <pc:picChg chg="mod">
          <ac:chgData name="Mandem Nandhini" userId="29bc1bb91580a2f3" providerId="LiveId" clId="{6AA0B787-41BF-4124-9EFA-9A85416D64C6}" dt="2026-09-07T18:00:39.143" v="147" actId="1076"/>
          <ac:picMkLst>
            <pc:docMk/>
            <pc:sldMk cId="2465927615" sldId="307"/>
            <ac:picMk id="5" creationId="{8A4C89D2-4AC4-C0E2-9A44-A0305FCA50CA}"/>
          </ac:picMkLst>
        </pc:picChg>
      </pc:sldChg>
      <pc:sldChg chg="modSp mod">
        <pc:chgData name="Mandem Nandhini" userId="29bc1bb91580a2f3" providerId="LiveId" clId="{6AA0B787-41BF-4124-9EFA-9A85416D64C6}" dt="2026-09-07T18:05:04.690" v="189" actId="14100"/>
        <pc:sldMkLst>
          <pc:docMk/>
          <pc:sldMk cId="1985142040" sldId="310"/>
        </pc:sldMkLst>
        <pc:spChg chg="mod">
          <ac:chgData name="Mandem Nandhini" userId="29bc1bb91580a2f3" providerId="LiveId" clId="{6AA0B787-41BF-4124-9EFA-9A85416D64C6}" dt="2026-09-07T18:05:04.690" v="189" actId="14100"/>
          <ac:spMkLst>
            <pc:docMk/>
            <pc:sldMk cId="1985142040" sldId="310"/>
            <ac:spMk id="5" creationId="{2E855FFB-25D7-D237-13FE-424E6DA8BA49}"/>
          </ac:spMkLst>
        </pc:spChg>
        <pc:spChg chg="mod">
          <ac:chgData name="Mandem Nandhini" userId="29bc1bb91580a2f3" providerId="LiveId" clId="{6AA0B787-41BF-4124-9EFA-9A85416D64C6}" dt="2026-09-07T18:04:26.861" v="184" actId="122"/>
          <ac:spMkLst>
            <pc:docMk/>
            <pc:sldMk cId="1985142040" sldId="310"/>
            <ac:spMk id="7" creationId="{C6AF342A-3EFF-DA3F-DAD4-A35B5FA797EF}"/>
          </ac:spMkLst>
        </pc:spChg>
      </pc:sldChg>
      <pc:sldChg chg="modSp mod ord">
        <pc:chgData name="Mandem Nandhini" userId="29bc1bb91580a2f3" providerId="LiveId" clId="{6AA0B787-41BF-4124-9EFA-9A85416D64C6}" dt="2026-09-07T18:12:19.701" v="193"/>
        <pc:sldMkLst>
          <pc:docMk/>
          <pc:sldMk cId="278111903" sldId="312"/>
        </pc:sldMkLst>
        <pc:picChg chg="mod">
          <ac:chgData name="Mandem Nandhini" userId="29bc1bb91580a2f3" providerId="LiveId" clId="{6AA0B787-41BF-4124-9EFA-9A85416D64C6}" dt="2026-09-07T18:01:56.232" v="161" actId="14100"/>
          <ac:picMkLst>
            <pc:docMk/>
            <pc:sldMk cId="278111903" sldId="312"/>
            <ac:picMk id="4" creationId="{1153F8FD-728A-2E4B-1ED1-EB14AD474436}"/>
          </ac:picMkLst>
        </pc:picChg>
        <pc:picChg chg="mod">
          <ac:chgData name="Mandem Nandhini" userId="29bc1bb91580a2f3" providerId="LiveId" clId="{6AA0B787-41BF-4124-9EFA-9A85416D64C6}" dt="2026-09-07T18:02:00.814" v="162" actId="1076"/>
          <ac:picMkLst>
            <pc:docMk/>
            <pc:sldMk cId="278111903" sldId="312"/>
            <ac:picMk id="6" creationId="{7CE97A32-9CEF-E29F-9CFD-6E2DF6A686CC}"/>
          </ac:picMkLst>
        </pc:picChg>
      </pc:sldChg>
      <pc:sldChg chg="ord">
        <pc:chgData name="Mandem Nandhini" userId="29bc1bb91580a2f3" providerId="LiveId" clId="{6AA0B787-41BF-4124-9EFA-9A85416D64C6}" dt="2026-09-07T17:32:34.045" v="56"/>
        <pc:sldMkLst>
          <pc:docMk/>
          <pc:sldMk cId="2392718740" sldId="313"/>
        </pc:sldMkLst>
      </pc:sldChg>
      <pc:sldChg chg="modSp mod ord">
        <pc:chgData name="Mandem Nandhini" userId="29bc1bb91580a2f3" providerId="LiveId" clId="{6AA0B787-41BF-4124-9EFA-9A85416D64C6}" dt="2026-09-07T18:02:32.078" v="166" actId="1076"/>
        <pc:sldMkLst>
          <pc:docMk/>
          <pc:sldMk cId="2444554000" sldId="314"/>
        </pc:sldMkLst>
        <pc:picChg chg="mod">
          <ac:chgData name="Mandem Nandhini" userId="29bc1bb91580a2f3" providerId="LiveId" clId="{6AA0B787-41BF-4124-9EFA-9A85416D64C6}" dt="2026-09-07T18:02:32.078" v="166" actId="1076"/>
          <ac:picMkLst>
            <pc:docMk/>
            <pc:sldMk cId="2444554000" sldId="314"/>
            <ac:picMk id="7" creationId="{C1985A04-09F3-A5F2-8D4B-11A5F7A7371A}"/>
          </ac:picMkLst>
        </pc:picChg>
        <pc:picChg chg="mod">
          <ac:chgData name="Mandem Nandhini" userId="29bc1bb91580a2f3" providerId="LiveId" clId="{6AA0B787-41BF-4124-9EFA-9A85416D64C6}" dt="2026-09-07T18:02:28.570" v="165" actId="1076"/>
          <ac:picMkLst>
            <pc:docMk/>
            <pc:sldMk cId="2444554000" sldId="314"/>
            <ac:picMk id="9" creationId="{5F799D29-F627-580A-CC3D-CA4D5368EA1E}"/>
          </ac:picMkLst>
        </pc:picChg>
      </pc:sldChg>
      <pc:sldChg chg="addSp delSp modSp new mod ord">
        <pc:chgData name="Mandem Nandhini" userId="29bc1bb91580a2f3" providerId="LiveId" clId="{6AA0B787-41BF-4124-9EFA-9A85416D64C6}" dt="2026-09-07T18:03:14.266" v="175" actId="1076"/>
        <pc:sldMkLst>
          <pc:docMk/>
          <pc:sldMk cId="174602412" sldId="315"/>
        </pc:sldMkLst>
        <pc:spChg chg="mod">
          <ac:chgData name="Mandem Nandhini" userId="29bc1bb91580a2f3" providerId="LiveId" clId="{6AA0B787-41BF-4124-9EFA-9A85416D64C6}" dt="2026-09-07T18:03:00.069" v="172" actId="1076"/>
          <ac:spMkLst>
            <pc:docMk/>
            <pc:sldMk cId="174602412" sldId="315"/>
            <ac:spMk id="2" creationId="{C2188F22-736F-D8D6-07BF-A5CE3EB97F6C}"/>
          </ac:spMkLst>
        </pc:spChg>
        <pc:spChg chg="del mod">
          <ac:chgData name="Mandem Nandhini" userId="29bc1bb91580a2f3" providerId="LiveId" clId="{6AA0B787-41BF-4124-9EFA-9A85416D64C6}" dt="2026-09-07T17:26:16.267" v="33"/>
          <ac:spMkLst>
            <pc:docMk/>
            <pc:sldMk cId="174602412" sldId="315"/>
            <ac:spMk id="3" creationId="{AE82543C-8505-16BA-CCBB-4AF2FE25B8F0}"/>
          </ac:spMkLst>
        </pc:spChg>
        <pc:picChg chg="add mod ord">
          <ac:chgData name="Mandem Nandhini" userId="29bc1bb91580a2f3" providerId="LiveId" clId="{6AA0B787-41BF-4124-9EFA-9A85416D64C6}" dt="2026-09-07T17:26:22.377" v="34" actId="14100"/>
          <ac:picMkLst>
            <pc:docMk/>
            <pc:sldMk cId="174602412" sldId="315"/>
            <ac:picMk id="5" creationId="{4C1F0112-FFFE-7C8B-6D44-B892B7237D9A}"/>
          </ac:picMkLst>
        </pc:picChg>
        <pc:picChg chg="add mod">
          <ac:chgData name="Mandem Nandhini" userId="29bc1bb91580a2f3" providerId="LiveId" clId="{6AA0B787-41BF-4124-9EFA-9A85416D64C6}" dt="2026-09-07T18:02:52.376" v="171" actId="14100"/>
          <ac:picMkLst>
            <pc:docMk/>
            <pc:sldMk cId="174602412" sldId="315"/>
            <ac:picMk id="7" creationId="{67507041-841E-C0C4-FBCA-E7F40CAEE334}"/>
          </ac:picMkLst>
        </pc:picChg>
        <pc:picChg chg="add mod">
          <ac:chgData name="Mandem Nandhini" userId="29bc1bb91580a2f3" providerId="LiveId" clId="{6AA0B787-41BF-4124-9EFA-9A85416D64C6}" dt="2026-09-07T18:03:14.266" v="175" actId="1076"/>
          <ac:picMkLst>
            <pc:docMk/>
            <pc:sldMk cId="174602412" sldId="315"/>
            <ac:picMk id="9" creationId="{10899AD7-6648-DE34-7217-101438670FC8}"/>
          </ac:picMkLst>
        </pc:picChg>
      </pc:sldChg>
      <pc:sldChg chg="addSp modSp new mod">
        <pc:chgData name="Mandem Nandhini" userId="29bc1bb91580a2f3" providerId="LiveId" clId="{6AA0B787-41BF-4124-9EFA-9A85416D64C6}" dt="2026-09-07T18:15:58.385" v="200" actId="27636"/>
        <pc:sldMkLst>
          <pc:docMk/>
          <pc:sldMk cId="1820679000" sldId="316"/>
        </pc:sldMkLst>
        <pc:spChg chg="mod">
          <ac:chgData name="Mandem Nandhini" userId="29bc1bb91580a2f3" providerId="LiveId" clId="{6AA0B787-41BF-4124-9EFA-9A85416D64C6}" dt="2026-09-07T17:57:30.320" v="119" actId="404"/>
          <ac:spMkLst>
            <pc:docMk/>
            <pc:sldMk cId="1820679000" sldId="316"/>
            <ac:spMk id="2" creationId="{C7C606BF-E1CB-B870-4B1E-7CE2B3606FA1}"/>
          </ac:spMkLst>
        </pc:spChg>
        <pc:spChg chg="mod">
          <ac:chgData name="Mandem Nandhini" userId="29bc1bb91580a2f3" providerId="LiveId" clId="{6AA0B787-41BF-4124-9EFA-9A85416D64C6}" dt="2026-09-07T18:15:58.385" v="200" actId="27636"/>
          <ac:spMkLst>
            <pc:docMk/>
            <pc:sldMk cId="1820679000" sldId="316"/>
            <ac:spMk id="3" creationId="{883AAEF1-CAB4-4897-F1AB-6662534669BC}"/>
          </ac:spMkLst>
        </pc:spChg>
        <pc:picChg chg="add mod">
          <ac:chgData name="Mandem Nandhini" userId="29bc1bb91580a2f3" providerId="LiveId" clId="{6AA0B787-41BF-4124-9EFA-9A85416D64C6}" dt="2026-09-07T18:00:20.763" v="144" actId="1076"/>
          <ac:picMkLst>
            <pc:docMk/>
            <pc:sldMk cId="1820679000" sldId="316"/>
            <ac:picMk id="5" creationId="{AAD48636-2DB7-1D58-4913-8E9E2EF30C50}"/>
          </ac:picMkLst>
        </pc:picChg>
        <pc:picChg chg="add mod">
          <ac:chgData name="Mandem Nandhini" userId="29bc1bb91580a2f3" providerId="LiveId" clId="{6AA0B787-41BF-4124-9EFA-9A85416D64C6}" dt="2026-09-07T18:00:23.385" v="145" actId="1076"/>
          <ac:picMkLst>
            <pc:docMk/>
            <pc:sldMk cId="1820679000" sldId="316"/>
            <ac:picMk id="7" creationId="{502BAE56-1A9D-7E7B-225B-0BC5BE56F398}"/>
          </ac:picMkLst>
        </pc:picChg>
      </pc:sldChg>
      <pc:sldChg chg="addSp modSp new mod">
        <pc:chgData name="Mandem Nandhini" userId="29bc1bb91580a2f3" providerId="LiveId" clId="{6AA0B787-41BF-4124-9EFA-9A85416D64C6}" dt="2026-09-07T18:01:17.123" v="153" actId="1076"/>
        <pc:sldMkLst>
          <pc:docMk/>
          <pc:sldMk cId="532487913" sldId="317"/>
        </pc:sldMkLst>
        <pc:spChg chg="mod">
          <ac:chgData name="Mandem Nandhini" userId="29bc1bb91580a2f3" providerId="LiveId" clId="{6AA0B787-41BF-4124-9EFA-9A85416D64C6}" dt="2026-09-07T17:57:57.545" v="123" actId="122"/>
          <ac:spMkLst>
            <pc:docMk/>
            <pc:sldMk cId="532487913" sldId="317"/>
            <ac:spMk id="2" creationId="{2C70624E-7AAF-AD96-5022-031162399F71}"/>
          </ac:spMkLst>
        </pc:spChg>
        <pc:spChg chg="mod">
          <ac:chgData name="Mandem Nandhini" userId="29bc1bb91580a2f3" providerId="LiveId" clId="{6AA0B787-41BF-4124-9EFA-9A85416D64C6}" dt="2026-09-07T17:59:21.009" v="141" actId="12"/>
          <ac:spMkLst>
            <pc:docMk/>
            <pc:sldMk cId="532487913" sldId="317"/>
            <ac:spMk id="3" creationId="{56D4C76C-A601-72B0-33CB-50FF3EFE5E10}"/>
          </ac:spMkLst>
        </pc:spChg>
        <pc:picChg chg="add mod">
          <ac:chgData name="Mandem Nandhini" userId="29bc1bb91580a2f3" providerId="LiveId" clId="{6AA0B787-41BF-4124-9EFA-9A85416D64C6}" dt="2026-09-07T18:01:14.041" v="152" actId="1076"/>
          <ac:picMkLst>
            <pc:docMk/>
            <pc:sldMk cId="532487913" sldId="317"/>
            <ac:picMk id="5" creationId="{393B92DC-0971-4FA6-2E39-C174FEFC6BCA}"/>
          </ac:picMkLst>
        </pc:picChg>
        <pc:picChg chg="add mod">
          <ac:chgData name="Mandem Nandhini" userId="29bc1bb91580a2f3" providerId="LiveId" clId="{6AA0B787-41BF-4124-9EFA-9A85416D64C6}" dt="2026-09-07T18:01:17.123" v="153" actId="1076"/>
          <ac:picMkLst>
            <pc:docMk/>
            <pc:sldMk cId="532487913" sldId="317"/>
            <ac:picMk id="7" creationId="{4339A31C-E9BB-D194-910E-9C53F4F1618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261C6-C874-4266-8DA4-D5C8AB8D757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51400-28A9-47BE-8674-65E13802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1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89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72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BF06-524A-6401-A495-16A616BD9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DB02A-4345-4B0E-A259-795B853FE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76980-3BEF-D289-3F02-3B8BC618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A774B-D9F7-A3EC-99DD-01CCE92D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AE9A4-4498-BD82-90B3-78DF4E37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6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2AD6-E9CE-0469-B849-E069F883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12618-A489-700C-4A95-F88C047B5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A3B09-16AC-8B0C-A871-28638382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D2FBC-6B9A-BC62-C4E8-774A393F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BB0CC-5D3E-A812-F40A-2479FDE8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19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C758E-81FC-2550-4DB2-4A0A87C5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45C59-0B65-44ED-8F05-ADF03E860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7C44-7D3C-DF93-27BE-2E055927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BE15A-329A-D197-0704-1F72F4E6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B5C4E-ABB5-92D8-D8B6-B7A0EE90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6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1EE7B-257A-84F1-EE28-67F215CC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F171D-FD09-7D24-85BF-7B2393465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D7845-0390-0F14-8414-ECEFA635C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356B7-7D6E-2F8D-52A8-CDC59538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EEF2E-2C23-D99A-F6D2-D159182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E7D96-DDA1-62FC-36C7-66ACD6D1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1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EFD1-6BDB-E62F-940F-CD24FDB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44920-D62C-2595-0973-C8A85841A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EA9EE-DAB5-4B72-FFC2-E92D4F69F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EE19A-29C9-B95F-4A85-600858B71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D92B9-0AA8-BABA-3ECB-D6945A8F5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C92597-DF28-10AA-9494-9757D03A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24D688-2D8E-1C49-B054-A961274F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00A23-3E63-A391-E4B1-5EAE0886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1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26076-7CFD-7AB4-ED45-6E3C26F5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34127-26CD-604A-4189-0C55D81F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E560E-8896-CA8D-75D2-0B19FE9F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847A4-0BD0-0E52-4996-D205C9D4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8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716F0A-293F-F5EB-0D16-74A11780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AE8E-FD6D-5FAE-C6F3-3C1B00FF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463EA-F731-7E96-BB4C-0FA3C8C4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173F-984A-76F5-F92F-3B1EF833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7A59C-8FD8-4D8F-A490-DA39EC1D2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85107-47C4-89AF-2C20-11D94F7F5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B83C2-38FB-6994-B403-DA11AE2A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B46C8-949C-18CA-0966-C51040A7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DE7A8-5408-6196-993C-1274BA3F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6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0DCC-C845-E6CA-21F9-3B477F35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B6B1E-E5B3-0FB2-BA37-DD04B2F31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BE623-86B6-28C8-AF9A-2121A2ABB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B0D6C-E093-9F7D-791F-BB8A5295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1817E-C511-3B0C-F8BD-03B52E73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091EA-B629-7091-AC0B-36BD9F5E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2479-3DBF-A7DF-DD8A-C9F709C8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79878-211A-6389-B948-B7BFA7773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0074F-A418-DD7F-B1CE-C1546B210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D037A-67BF-7F41-2BB1-5B8B4076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1442B-C4A0-D453-6261-9A98F608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0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0C064-9ECE-AE5F-E1FC-1CB3CACA7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FE698-631D-7A03-F265-7BE8CFF19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D4F8-AC0B-8E1E-5055-C7D5F4B14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D670-FBC3-4F13-54BB-1565A59D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5F98A-A76B-3D6D-1A6A-996CADF3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1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47011D-9363-346A-D42A-442CA2806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43261-C74C-E799-D271-B1BF5C675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4FD77-3BE2-24F8-F97D-709B06958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47B87-E33C-43FB-81C0-B9993A32506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A0657-1E67-F183-DC7C-F885D8B2A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C978-2014-7708-3C34-79C18219C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7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93847" y="4890549"/>
            <a:ext cx="4096657" cy="1218282"/>
          </a:xfrm>
          <a:prstGeom prst="rect">
            <a:avLst/>
          </a:prstGeom>
        </p:spPr>
        <p:txBody>
          <a:bodyPr vert="horz" wrap="square" lIns="0" tIns="78740" rIns="0" bIns="0" rtlCol="0" anchor="t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US" sz="2400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71450">
              <a:spcBef>
                <a:spcPts val="620"/>
              </a:spcBef>
            </a:pPr>
            <a:r>
              <a:rPr lang="en-IN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M. Nandhini-192472318</a:t>
            </a:r>
          </a:p>
          <a:p>
            <a:pPr marL="171450">
              <a:spcBef>
                <a:spcPts val="620"/>
              </a:spcBef>
            </a:pPr>
            <a:r>
              <a:rPr lang="en-IN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K. L. Khaviya varshini- 192472381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733" y="205490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1572" y="174967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539599" y="2021386"/>
            <a:ext cx="11367174" cy="102169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812800" indent="0" algn="ctr">
              <a:spcBef>
                <a:spcPts val="1055"/>
              </a:spcBef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Path Planning for Autonomous Warehouse Robots Using Deep Reinforcement Learning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6837" y="397890"/>
            <a:ext cx="401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spc="-25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sz="2800" spc="-125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4269" y="828675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123315" marR="5080" indent="-1111250">
              <a:lnSpc>
                <a:spcPct val="100000"/>
              </a:lnSpc>
              <a:spcBef>
                <a:spcPts val="100"/>
              </a:spcBef>
            </a:pPr>
            <a:r>
              <a:rPr sz="2000" b="1" spc="-55">
                <a:latin typeface="Times New Roman"/>
                <a:cs typeface="Times New Roman"/>
              </a:rPr>
              <a:t>SAVEETHA</a:t>
            </a:r>
            <a:r>
              <a:rPr sz="2000" b="1" spc="-110">
                <a:latin typeface="Times New Roman"/>
                <a:cs typeface="Times New Roman"/>
              </a:rPr>
              <a:t> </a:t>
            </a:r>
            <a:r>
              <a:rPr sz="2000" b="1" spc="-10">
                <a:latin typeface="Times New Roman"/>
                <a:cs typeface="Times New Roman"/>
              </a:rPr>
              <a:t>INSTITUTE</a:t>
            </a:r>
            <a:r>
              <a:rPr sz="2000" b="1">
                <a:latin typeface="Times New Roman"/>
                <a:cs typeface="Times New Roman"/>
              </a:rPr>
              <a:t> OF</a:t>
            </a:r>
            <a:r>
              <a:rPr sz="2000" b="1" spc="-75">
                <a:latin typeface="Times New Roman"/>
                <a:cs typeface="Times New Roman"/>
              </a:rPr>
              <a:t> </a:t>
            </a:r>
            <a:r>
              <a:rPr sz="2000" b="1" spc="-25">
                <a:latin typeface="Times New Roman"/>
                <a:cs typeface="Times New Roman"/>
              </a:rPr>
              <a:t>MEDICAL</a:t>
            </a:r>
            <a:r>
              <a:rPr lang="en-US" sz="2000" b="1" spc="-25">
                <a:latin typeface="Times New Roman"/>
                <a:cs typeface="Times New Roman"/>
              </a:rPr>
              <a:t> </a:t>
            </a:r>
            <a:r>
              <a:rPr sz="2000" b="1" spc="-220">
                <a:latin typeface="Times New Roman"/>
                <a:cs typeface="Times New Roman"/>
              </a:rPr>
              <a:t> </a:t>
            </a:r>
            <a:r>
              <a:rPr sz="2000" b="1" spc="-25">
                <a:latin typeface="Times New Roman"/>
                <a:cs typeface="Times New Roman"/>
              </a:rPr>
              <a:t>AND TECHNICAL</a:t>
            </a:r>
            <a:r>
              <a:rPr sz="2000" b="1" spc="-55">
                <a:latin typeface="Times New Roman"/>
                <a:cs typeface="Times New Roman"/>
              </a:rPr>
              <a:t> </a:t>
            </a:r>
            <a:r>
              <a:rPr sz="2000" b="1" spc="-10">
                <a:latin typeface="Times New Roman"/>
                <a:cs typeface="Times New Roman"/>
              </a:rPr>
              <a:t>SCIENCES</a:t>
            </a:r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D1E7D-30CD-1AD9-B818-0D96B874CCA3}"/>
              </a:ext>
            </a:extLst>
          </p:cNvPr>
          <p:cNvSpPr txBox="1"/>
          <p:nvPr/>
        </p:nvSpPr>
        <p:spPr>
          <a:xfrm>
            <a:off x="760616" y="4858972"/>
            <a:ext cx="382016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Guided</a:t>
            </a:r>
            <a:r>
              <a:rPr lang="en-US"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Dr. </a:t>
            </a:r>
            <a:r>
              <a:rPr lang="en-US" sz="2000" spc="-25" dirty="0" err="1">
                <a:solidFill>
                  <a:srgbClr val="0C0C0C"/>
                </a:solidFill>
                <a:latin typeface="Times New Roman"/>
                <a:cs typeface="Times New Roman"/>
              </a:rPr>
              <a:t>Dumpala</a:t>
            </a:r>
            <a:r>
              <a:rPr lang="en-US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 Prasanth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Associate Professor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2DF3EC-29F0-2899-A22C-844351DA543C}"/>
              </a:ext>
            </a:extLst>
          </p:cNvPr>
          <p:cNvSpPr txBox="1"/>
          <p:nvPr/>
        </p:nvSpPr>
        <p:spPr>
          <a:xfrm>
            <a:off x="2149614" y="3412415"/>
            <a:ext cx="7045013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MLA0304-Reinforcement Learning</a:t>
            </a:r>
          </a:p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r>
              <a:rPr lang="en-US" dirty="0">
                <a:latin typeface="Times New Roman"/>
                <a:cs typeface="Times New Roman"/>
              </a:rPr>
              <a:t>Date : 08/09/2026    </a:t>
            </a:r>
            <a:endParaRPr lang="en-US"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606BF-E1CB-B870-4B1E-7CE2B360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AAEF1-CAB4-4897-F1AB-666253466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987" y="2043339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adaptive path planning for autonomous warehouse robots.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Deep Reinforcement Learning (DRL) for intelligent navigation.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 Deep Q-Network (DQN) for action selection.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Considers robot position, destination, and surrounding obstacles.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rewards and penalties to improve navigation decisions.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Experience Replay and a Target Network for stable learning.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generate an efficient, adaptive, and collision-free p.</a:t>
            </a:r>
          </a:p>
          <a:p>
            <a:endParaRPr lang="en-IN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AAD48636-2DB7-1D58-4913-8E9E2EF30C5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29" y="347805"/>
            <a:ext cx="1135116" cy="1342883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502BAE56-1A9D-7E7B-225B-0BC5BE56F39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2715" y="347804"/>
            <a:ext cx="1520113" cy="1342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79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57F31-D3AF-B52F-A2BD-E8777E4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FD41B-EDC8-670C-E8B5-F0DD19EB4C8B}"/>
              </a:ext>
            </a:extLst>
          </p:cNvPr>
          <p:cNvSpPr txBox="1"/>
          <p:nvPr/>
        </p:nvSpPr>
        <p:spPr>
          <a:xfrm>
            <a:off x="-157734" y="45429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FE09E4A-60B1-488D-173F-29EDA0E195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205648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A4C89D2-4AC4-C0E2-9A44-A0305FCA50C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8003" y="205648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8045CEB3-3154-BC91-5ECD-890C06CEC0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FCC9CA0-F155-2A91-3908-6B6BC9E3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363" y="1534540"/>
            <a:ext cx="11219285" cy="5444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warehouses use Autonomous Mobile Robots (AMRs) to transport goods between storage, picking, and delivery areas.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path planning is essential to reduce travel distance, execution time, energy consumption, and collisions.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such as A*, Dijkstra, and rule-based navigation generally depend on predefined maps or manually designed strategies.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can become less effective when the warehouse contains dynamic obstacles or changing layouts.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Reinforcement Learning (DRL) enables a robot to learn navigation decisions through interaction with its environment.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robot observes its current state, selects an action, receives a reward or penalty, and gradually learns an improved navigation policy.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focuses on adaptive, collision-free, and efficient warehouse path planning using DQN-based DRL.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927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18C71-17AD-0293-9063-96ECF6F5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4F3F486-03FC-FF76-400E-D1B75F7119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C875759-AEC6-3712-4A08-1B2E514FCBA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74086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FE95E641-CBFD-5F4C-E55B-D6CB75CEE1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80770-556C-8987-AAC1-638A97345E10}"/>
              </a:ext>
            </a:extLst>
          </p:cNvPr>
          <p:cNvSpPr txBox="1"/>
          <p:nvPr/>
        </p:nvSpPr>
        <p:spPr>
          <a:xfrm>
            <a:off x="1817914" y="539925"/>
            <a:ext cx="8316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E0EDC05-E64D-B187-F795-B69C5DDBC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143" y="2042951"/>
            <a:ext cx="11125122" cy="382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avoid static and dynamic obstacles during navigation.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minimize path length and travel time.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the probability of robot-obstacle collisions.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navigation performance when the warehouse environment changes.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the robot to learn an efficient path from source to destination.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 DRL approach with a traditional method such as A*.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system using success rate, path length, collision rate, and completion time.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adaptive warehouse robot path-planning system using Deep Reinforcement Learning. </a:t>
            </a:r>
          </a:p>
          <a:p>
            <a:pPr lvl="0"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390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0624E-7AAF-AD96-5022-031162399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4C76C-A601-72B0-33CB-50FF3EFE5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 robots require efficient and safe navigation to perform tasks.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path-planning methods may struggle in changing and obstacle-filled environments.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paths can increase travel time and unnecessary movement.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collisions with shelves or obstacles can affect safety and performance.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adaptive path-planning system that learns from environmental interaction.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Deep Q-Network (DQN)-based Reinforcement Learning for intelligent navigation. 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generate an efficient, adaptive, and collision-free path for autonomous warehouse robots. 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393B92DC-0971-4FA6-2E39-C174FEFC6BC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629" y="347791"/>
            <a:ext cx="1144485" cy="1204195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4339A31C-E9BB-D194-910E-9C53F4F1618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73121" y="278439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4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A1F6-9636-94BA-378A-35A0DBCD7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01EAAB-4143-B927-86E6-4A9D1826CC56}"/>
              </a:ext>
            </a:extLst>
          </p:cNvPr>
          <p:cNvSpPr txBox="1"/>
          <p:nvPr/>
        </p:nvSpPr>
        <p:spPr>
          <a:xfrm>
            <a:off x="0" y="400133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23FA88E-B5D1-FFA8-EFA4-FEC14A444A6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5536" y="210948"/>
            <a:ext cx="894114" cy="1102331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607519D-C4FC-7304-0CE8-EABE851C706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31906" y="77540"/>
            <a:ext cx="1234558" cy="110233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AE6FC1-584E-EF38-AAA1-C24A8B18C7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854475"/>
              </p:ext>
            </p:extLst>
          </p:nvPr>
        </p:nvGraphicFramePr>
        <p:xfrm>
          <a:off x="625536" y="1313279"/>
          <a:ext cx="10940928" cy="50888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6890">
                  <a:extLst>
                    <a:ext uri="{9D8B030D-6E8A-4147-A177-3AD203B41FA5}">
                      <a16:colId xmlns:a16="http://schemas.microsoft.com/office/drawing/2014/main" val="2908586166"/>
                    </a:ext>
                  </a:extLst>
                </a:gridCol>
                <a:gridCol w="2070086">
                  <a:extLst>
                    <a:ext uri="{9D8B030D-6E8A-4147-A177-3AD203B41FA5}">
                      <a16:colId xmlns:a16="http://schemas.microsoft.com/office/drawing/2014/main" val="3785191911"/>
                    </a:ext>
                  </a:extLst>
                </a:gridCol>
                <a:gridCol w="1823488">
                  <a:extLst>
                    <a:ext uri="{9D8B030D-6E8A-4147-A177-3AD203B41FA5}">
                      <a16:colId xmlns:a16="http://schemas.microsoft.com/office/drawing/2014/main" val="1797377168"/>
                    </a:ext>
                  </a:extLst>
                </a:gridCol>
                <a:gridCol w="1823488">
                  <a:extLst>
                    <a:ext uri="{9D8B030D-6E8A-4147-A177-3AD203B41FA5}">
                      <a16:colId xmlns:a16="http://schemas.microsoft.com/office/drawing/2014/main" val="3424232736"/>
                    </a:ext>
                  </a:extLst>
                </a:gridCol>
                <a:gridCol w="1823488">
                  <a:extLst>
                    <a:ext uri="{9D8B030D-6E8A-4147-A177-3AD203B41FA5}">
                      <a16:colId xmlns:a16="http://schemas.microsoft.com/office/drawing/2014/main" val="933340550"/>
                    </a:ext>
                  </a:extLst>
                </a:gridCol>
                <a:gridCol w="1823488">
                  <a:extLst>
                    <a:ext uri="{9D8B030D-6E8A-4147-A177-3AD203B41FA5}">
                      <a16:colId xmlns:a16="http://schemas.microsoft.com/office/drawing/2014/main" val="2437267034"/>
                    </a:ext>
                  </a:extLst>
                </a:gridCol>
              </a:tblGrid>
              <a:tr h="3301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0290" marR="40290" marT="20145" marB="20145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Used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 Addressed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100702"/>
                  </a:ext>
                </a:extLst>
              </a:tr>
              <a:tr h="10299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Reinforcement Learning Based Mobile Robot Navigation: A Review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Zhu, T. Zhang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DRL, DQN, Policy-based RL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of conventional navigation methods in complex environments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347966"/>
                  </a:ext>
                </a:extLst>
              </a:tr>
              <a:tr h="10384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Multi-Robot Path Planning Based on a Deep Reinforcement Learning DQN Algorithm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 Yang et al.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DQN, Q-Learning, Experience Replay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path planning and coordination of multiple warehouse robots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928927"/>
                  </a:ext>
                </a:extLst>
              </a:tr>
              <a:tr h="10384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Review of Deep Reinforcement Learning Algorithms for Mobile Robot Path Planning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Singh, J. Ren, X. Lin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DRL, DQN, Policy Gradient, Actor-Critic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 planning in complex and dynamic environments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888756"/>
                  </a:ext>
                </a:extLst>
              </a:tr>
              <a:tr h="7551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Path Planning Techniques for Mobile Robots: Review and Prospect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 Liu et al.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A*, Heuristic, Global/Local Planning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Shortest, safe and time-efficient robot navigation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028058"/>
                  </a:ext>
                </a:extLst>
              </a:tr>
              <a:tr h="8967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Robot Navigation Based on Deep Reinforcement Learning: A Brief Review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H. Li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DRL, Deep Neural Networks, RL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navigation using learned policies instead of fixed rules</a:t>
                      </a:r>
                    </a:p>
                  </a:txBody>
                  <a:tcPr marL="40290" marR="40290" marT="20145" marB="20145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342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003A23-3099-5587-4607-94D837BCA738}"/>
              </a:ext>
            </a:extLst>
          </p:cNvPr>
          <p:cNvSpPr txBox="1"/>
          <p:nvPr/>
        </p:nvSpPr>
        <p:spPr>
          <a:xfrm>
            <a:off x="1523998" y="499335"/>
            <a:ext cx="9399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Warehouse Environment &amp; State Management</a:t>
            </a: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D01990EB-0A5A-F920-F463-91289FE34F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514" y="181811"/>
            <a:ext cx="1103582" cy="1342897"/>
          </a:xfrm>
          <a:prstGeom prst="rect">
            <a:avLst/>
          </a:prstGeom>
        </p:spPr>
      </p:pic>
      <p:pic>
        <p:nvPicPr>
          <p:cNvPr id="8" name="object 5">
            <a:extLst>
              <a:ext uri="{FF2B5EF4-FFF2-40B4-BE49-F238E27FC236}">
                <a16:creationId xmlns:a16="http://schemas.microsoft.com/office/drawing/2014/main" id="{33A628E9-3142-0B88-60F1-9DB213B6AA9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88806" y="181810"/>
            <a:ext cx="1520062" cy="13428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8B1BD8-4593-92A8-00CD-FD4C60D37802}"/>
              </a:ext>
            </a:extLst>
          </p:cNvPr>
          <p:cNvSpPr txBox="1"/>
          <p:nvPr/>
        </p:nvSpPr>
        <p:spPr>
          <a:xfrm>
            <a:off x="707921" y="1623030"/>
            <a:ext cx="11031793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creates the warehouse environment and provides the information needed by the RL agent.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2D warehouse environment containing the robot, destination, shelves, and obstacles.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robot's current state, including its position, target location, and nearby obstacles.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the possible robot actions such as Up, Down, Left, Right, and Stop.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collisions and destination arrival.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current state and feedback to the DQN agent. 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flow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 → Robot observes environment → State → DQN Agent</a:t>
            </a:r>
          </a:p>
        </p:txBody>
      </p:sp>
    </p:spTree>
    <p:extLst>
      <p:ext uri="{BB962C8B-B14F-4D97-AF65-F5344CB8AC3E}">
        <p14:creationId xmlns:p14="http://schemas.microsoft.com/office/powerpoint/2010/main" val="2392718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8CCB36-76EF-1A36-0564-C11F6A659C63}"/>
              </a:ext>
            </a:extLst>
          </p:cNvPr>
          <p:cNvSpPr txBox="1"/>
          <p:nvPr/>
        </p:nvSpPr>
        <p:spPr>
          <a:xfrm>
            <a:off x="1849197" y="560870"/>
            <a:ext cx="9399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DQN-Based Adaptive Path Planning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7133A-E0C3-3F6B-8F1D-70CF128418D9}"/>
              </a:ext>
            </a:extLst>
          </p:cNvPr>
          <p:cNvSpPr txBox="1"/>
          <p:nvPr/>
        </p:nvSpPr>
        <p:spPr>
          <a:xfrm>
            <a:off x="707921" y="1623030"/>
            <a:ext cx="11031793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main intelligence module. It trains the robot to learn the best navigation decisions.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Deep Q-Network (DQN) to estimate the value of possible robot actions.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rewards for efficient movement and penalties for collisions or unnecessary movements.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Experience Replay and Target Network to improve training stability.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Trains the robot through multiple episodes until it learns an effective navigation policy.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adaptive and collision-free path toward the destination. 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flow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→ DQN → Q-values → Best Action → Reward/Penalty → Learning → Improved Path</a:t>
            </a: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C1985A04-09F3-A5F2-8D4B-11A5F7A7371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372" y="251648"/>
            <a:ext cx="1103582" cy="1342896"/>
          </a:xfrm>
          <a:prstGeom prst="rect">
            <a:avLst/>
          </a:prstGeom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5F799D29-F627-580A-CC3D-CA4D5368EA1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53424" y="252919"/>
            <a:ext cx="1520062" cy="120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554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18D428A-36D4-2A11-3761-CAFD28B35556}"/>
              </a:ext>
            </a:extLst>
          </p:cNvPr>
          <p:cNvSpPr txBox="1"/>
          <p:nvPr/>
        </p:nvSpPr>
        <p:spPr>
          <a:xfrm>
            <a:off x="3348030" y="274334"/>
            <a:ext cx="60940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IN" sz="28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 </a:t>
            </a:r>
            <a:endParaRPr lang="en-IN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153F8FD-728A-2E4B-1ED1-EB14AD47443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9734" y="137957"/>
            <a:ext cx="1054264" cy="939066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7CE97A32-9CEF-E29F-9CFD-6E2DF6A686C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8304" y="137957"/>
            <a:ext cx="1054264" cy="9390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F296D6-0540-1966-8EFD-5750CB148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92" y="1077023"/>
            <a:ext cx="10844076" cy="564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11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88F22-736F-D8D6-07BF-A5CE3EB9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37" y="19914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1F0112-FFFE-7C8B-6D44-B892B7237D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935" y="1551214"/>
            <a:ext cx="9322129" cy="4625749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67507041-841E-C0C4-FBCA-E7F40CAEE33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9629" y="272143"/>
            <a:ext cx="1100942" cy="1121228"/>
          </a:xfrm>
          <a:prstGeom prst="rect">
            <a:avLst/>
          </a:prstGeom>
        </p:spPr>
      </p:pic>
      <p:pic>
        <p:nvPicPr>
          <p:cNvPr id="9" name="object 5">
            <a:extLst>
              <a:ext uri="{FF2B5EF4-FFF2-40B4-BE49-F238E27FC236}">
                <a16:creationId xmlns:a16="http://schemas.microsoft.com/office/drawing/2014/main" id="{10899AD7-6648-DE34-7217-101438670FC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27548" y="272143"/>
            <a:ext cx="1520062" cy="112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02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855FFB-25D7-D237-13FE-424E6DA8BA49}"/>
              </a:ext>
            </a:extLst>
          </p:cNvPr>
          <p:cNvSpPr txBox="1"/>
          <p:nvPr/>
        </p:nvSpPr>
        <p:spPr>
          <a:xfrm>
            <a:off x="1066800" y="1872295"/>
            <a:ext cx="9971314" cy="41975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proposes an adaptive warehouse robot path-planning system using Deep Reinforcement Learning.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DQN agent learns to select appropriate movements based on the robot's current state.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reward mechanism encourages the robot to reach its destination safely and efficiently.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with conventional fixed path-planning methods, the proposed approach aims to provide better adaptability to changing environments.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can be evaluated using success rate, path length, collision rate, completion time, and reward.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further extended to dynamic obstacles, multiple robots, real sensor data, and real-world robotic platforms.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AF342A-3EFF-DA3F-DAD4-A35B5FA797EF}"/>
              </a:ext>
            </a:extLst>
          </p:cNvPr>
          <p:cNvSpPr txBox="1"/>
          <p:nvPr/>
        </p:nvSpPr>
        <p:spPr>
          <a:xfrm>
            <a:off x="1960921" y="360076"/>
            <a:ext cx="7979229" cy="82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C5E38AFD-0E1F-D05F-BB73-90371B5E1C4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99FC250E-C0AA-0BCD-FC68-84314DB3666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42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1BD3-2D47-67BD-747F-3A4FF0C6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97D9B-89BA-EFF3-7CCE-BC7083AAC52C}"/>
              </a:ext>
            </a:extLst>
          </p:cNvPr>
          <p:cNvSpPr txBox="1"/>
          <p:nvPr/>
        </p:nvSpPr>
        <p:spPr>
          <a:xfrm>
            <a:off x="1" y="6150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9B4382E-0511-23A6-19A2-74771568EF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9D3B425-FE12-9479-DDB1-E5717867375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A74BF758-6663-5913-D4E6-87DBD7801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783" y="1957904"/>
            <a:ext cx="10631645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to handle dynamic and moving obstacles.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multi-robot coordination in warehouse environments.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sensor data for better environmental awareness.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system on a physical autonomous warehouse robot.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advanced Deep Reinforcement Learning algorithms for improved performance.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the system in larger and more complex warehouse environments. 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real-time monitoring and communication features for practical deployment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278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9FDA1-45B4-C727-6F2B-5AC15CCC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4A55326D-569C-9DDD-0204-61E73EEFAC9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AF2C6699-20DF-DAFE-4B4A-2035CB1BD9B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D8D035-8B7A-F12E-7AB5-9EC906849E4B}"/>
              </a:ext>
            </a:extLst>
          </p:cNvPr>
          <p:cNvSpPr txBox="1"/>
          <p:nvPr/>
        </p:nvSpPr>
        <p:spPr>
          <a:xfrm>
            <a:off x="-211016" y="539925"/>
            <a:ext cx="121920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IN" sz="3600" b="1" dirty="0">
                <a:latin typeface="Times New Roman"/>
                <a:cs typeface="Times New Roman"/>
              </a:rPr>
              <a:t>REFERENCES</a:t>
            </a:r>
            <a:endParaRPr lang="en-US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7D85B-8A76-CBA3-7DCA-0D57390194D2}"/>
              </a:ext>
            </a:extLst>
          </p:cNvPr>
          <p:cNvSpPr txBox="1"/>
          <p:nvPr/>
        </p:nvSpPr>
        <p:spPr>
          <a:xfrm>
            <a:off x="979713" y="1664429"/>
            <a:ext cx="10415057" cy="419755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Zhu, K., &amp; Zhang, T. (2021). Deep Reinforcement Learning Based Mobile Robot Navigation: A Review.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Tsinghua Science and Technology.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Yang, P. et al. (2020). Multi-Robot Path Planning Based on a Deep Reinforcement Learning DQN Algorithm.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CAAI Transactions on Intelligence Technology.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Singh, R., Ren, J., &amp; Lin, X. (2023). A Review of Deep Reinforcement Learning Algorithms for Mobile Robot Path Planning.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Vehicles, 5(4), 1423–1451.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Liu, L. et al. (2023). Path Planning Techniques for Mobile Robots: Review and Prospect.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Systems with Applications, 227.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Li, H. (2023). Mobile Robot Navigation Based on Deep Reinforcement Learning: A Brief Review.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Physics: Conference Series, 2649, 012027.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38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3638C3-FC1E-115B-AB11-EB3DABA86C37}"/>
              </a:ext>
            </a:extLst>
          </p:cNvPr>
          <p:cNvSpPr txBox="1"/>
          <p:nvPr/>
        </p:nvSpPr>
        <p:spPr>
          <a:xfrm>
            <a:off x="2909455" y="2510444"/>
            <a:ext cx="707097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4763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1189</Words>
  <Application>Microsoft Office PowerPoint</Application>
  <PresentationFormat>Widescreen</PresentationFormat>
  <Paragraphs>130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Wingdings</vt:lpstr>
      <vt:lpstr>Office Theme</vt:lpstr>
      <vt:lpstr>SIMATS ENGINEERING</vt:lpstr>
      <vt:lpstr>ABSTRACT</vt:lpstr>
      <vt:lpstr>PowerPoint Presentation</vt:lpstr>
      <vt:lpstr>PowerPoint Presentation</vt:lpstr>
      <vt:lpstr>PROBLEM STATEMENT</vt:lpstr>
      <vt:lpstr>PowerPoint Presentation</vt:lpstr>
      <vt:lpstr>PowerPoint Presentation</vt:lpstr>
      <vt:lpstr>PowerPoint Presentation</vt:lpstr>
      <vt:lpstr>PowerPoint Presentation</vt:lpstr>
      <vt:lpstr>IMPLEMENTATION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shalini kuppam</dc:creator>
  <cp:lastModifiedBy>Mandem Nandhini</cp:lastModifiedBy>
  <cp:revision>7</cp:revision>
  <dcterms:created xsi:type="dcterms:W3CDTF">2026-05-12T03:48:28Z</dcterms:created>
  <dcterms:modified xsi:type="dcterms:W3CDTF">2026-09-07T18:19:20Z</dcterms:modified>
</cp:coreProperties>
</file>